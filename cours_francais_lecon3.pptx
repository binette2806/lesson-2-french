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F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🇫🇷 Cours de Français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Lessons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du quotidien · Everyday conversations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restaurant · Dans un taxi · À la machine à café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du quotidien · Everyday conversations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F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1 /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🍽️ Au restaurant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restaurant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6400800" cy="256032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463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🍽️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restaurant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restaurant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Au restaurant, utilisez toujours « vous » avec le serveur — c'est plus poli !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🍽️ Au restaurant — Le dialogue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DD6"/>
                </a:solidFill>
              </a:rPr>
              <a:t>1/3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E8F0FE"/>
          </a:solidFill>
          <a:ln w="1016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32688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Chim: Bonjour, une table pour deux personnes s'il vous plaît.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" y="1110996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a table for two please.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344168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FFF8E1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362456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Serveur: Bien sûr, par ici. Voici la carte.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36592" y="1540764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course, right this way. Here is the menu.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773936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E8F0FE"/>
          </a:solidFill>
          <a:ln w="10160">
            <a:solidFill>
              <a:srgbClr val="1B3F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92224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Chim: Merci. Je voudrais le plat du jour et une carafe d'eau.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6032" y="1970532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I'd like the daily special and a jug of water.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203704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FFF8E1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2221992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Serveur: Et comme dessert 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36592" y="2400300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for dessert?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2880" y="2633472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E8F0FE"/>
          </a:solidFill>
          <a:ln w="10160">
            <a:solidFill>
              <a:srgbClr val="1B3F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651760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Chim: Une crème brûlée, s'il vous plaît.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6032" y="2830068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crème brûlée, please.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063240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FFF8E1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081528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Serveur: Très bien. Bon appétit !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36592" y="3259836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good. Enjoy your meal!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🍽️ Vocabulaire clé · Key vocabulary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241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table pour deux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for two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241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carte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14813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E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585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plat du jour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27157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special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E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2585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carafe d'eau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27157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jug of water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160520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FFF8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18795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Au restaurant, utilisez toujours « vous » avec le serveur — c'est plus poli 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F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2 /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🚕 Dans un taxi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taxi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6400800" cy="256032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463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🚕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un taxi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taxi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« Je parle pas encore très bien » = naturel à l'oral. À l'écrit : « Je ne parle pas encore très bien ».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🚕 Dans un taxi — Le dialogue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DD6"/>
                </a:solidFill>
              </a:rPr>
              <a:t>2/3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E8F0FE"/>
          </a:solidFill>
          <a:ln w="1016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32688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Chim: Bonjour ! Vous êtes libre 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" y="1110996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Are you free?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344168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FFF8E1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362456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Chauffeur: Oui, où allez-vous 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36592" y="1540764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where are you going?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773936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E8F0FE"/>
          </a:solidFill>
          <a:ln w="10160">
            <a:solidFill>
              <a:srgbClr val="1B3F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92224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Chim: Je vais à la gare Saint-Lazare, s'il vous plaît.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6032" y="1970532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going to Saint-Lazare station, please.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203704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FFF8E1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2221992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Chauffeur: Bien sûr. Il y a un peu de trafic, ça prendra environ 20 minutes.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36592" y="2400300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course. There's a bit of traffic, it'll take about 20 minutes.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2880" y="2633472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E8F0FE"/>
          </a:solidFill>
          <a:ln w="10160">
            <a:solidFill>
              <a:srgbClr val="1B3F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651760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Chim: D'accord, merci. Je suis un peu pressée.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6032" y="2830068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Alright, thank you. I'm in a bit of a hurry.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063240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FFF8E1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081528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Chauffeur: Ne vous inquiétez pas, on y sera à temps.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36592" y="3259836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worry, we'll be there on time.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3493008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E8F0FE"/>
          </a:solidFill>
          <a:ln w="10160">
            <a:solidFill>
              <a:srgbClr val="1B3F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3511296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Chim: Excusez-moi, je parle pas encore très bien français… je suis encore en train d'apprendre !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6032" y="3689604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Sorry, I don't speak French very well yet… I'm still learning!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922776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FFF8E1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941064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Chauffeur: Ah mais vous vous débrouillez très bien ! Continuez comme ça !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36592" y="4119372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but you're doing very well! Keep it up!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" y="4352544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E8F0FE"/>
          </a:solidFill>
          <a:ln w="10160">
            <a:solidFill>
              <a:srgbClr val="1B3F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4370832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Chim: Merci, c'est gentil !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56032" y="4549140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 that's kind!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🚕 Vocabulaire clé · Key vocabulary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241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êtes libre 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free?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241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suis pressée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14813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in a hurry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E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585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y sera à temps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27157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be there on time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E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2585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vous débrouillez bien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27157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managing well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160520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FFF8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18795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« Je parle pas encore très bien » = naturel à l'oral. À l'écrit : « Je ne parle pas encore très bien ».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F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3 /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À la machine à café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coffee machine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6400800" cy="256032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463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☕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la machine à café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coffee machine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« Ça fait longtemps qu'on ne s'est pas vu » est une expression très naturelle entre collègues ou amis.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À la machine à café — Le dialogue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DD6"/>
                </a:solidFill>
              </a:rPr>
              <a:t>3/3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63440" y="914400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FFF8E1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36592" y="932688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Collègue: Bonjour ! Ça va ? Ça fait longtemps qu'on ne s'est pas vu !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36592" y="1110996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How are you? It's been a while since we've seen each other!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1344168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E8F0FE"/>
          </a:solidFill>
          <a:ln w="10160">
            <a:solidFill>
              <a:srgbClr val="1B3F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362456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Chim: Oui, ça fait au moins deux semaines ! Ça va bien merci, et toi 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" y="1540764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at least two weeks! I'm doing well thanks, and you?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773936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FFF8E1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792224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Collègue: Pas mal ! Tu prends quoi 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36592" y="1970532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bad! What are you having?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2203704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E8F0FE"/>
          </a:solidFill>
          <a:ln w="10160">
            <a:solidFill>
              <a:srgbClr val="1B3F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221992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Chim: Un café serré, j'ai besoin de me réveiller !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" y="2400300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coffee, I need to wake up!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633472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FFF8E1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2651760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Collègue: Moi aussi ! Au fait, tu as passé un bon weekend 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36592" y="2830068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too! By the way, did you have a good weekend?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3063240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E8F0FE"/>
          </a:solidFill>
          <a:ln w="10160">
            <a:solidFill>
              <a:srgbClr val="1B3F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81528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Chim: Oui super ! Je suis allée au cinéma samedi et j'ai cuisiné dimanche. Et toi 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3259836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great! I went to the cinema on Saturday and cooked on Sunday. And you?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493008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FFF8E1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511296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Collègue: Moi j'ai dormi, c'est tout… j'en avais besoin !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36592" y="3689604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slept, that's all… I needed it!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" y="3922776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E8F0FE"/>
          </a:solidFill>
          <a:ln w="10160">
            <a:solidFill>
              <a:srgbClr val="1B3F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941064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Chim: Ha ha ! Bonne journée alors !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4119372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ha! Have a good day then!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4352544"/>
            <a:ext cx="4206240" cy="393192"/>
          </a:xfrm>
          <a:prstGeom prst="roundRect">
            <a:avLst>
              <a:gd name="adj" fmla="val 18605"/>
            </a:avLst>
          </a:prstGeom>
          <a:solidFill>
            <a:srgbClr val="FFF8E1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4370832"/>
            <a:ext cx="4069080" cy="204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Collègue: Toi aussi, à bientôt !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4549140"/>
            <a:ext cx="4069080" cy="188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too, see you soon!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Vocabulaire clé · Key vocabulary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241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 fait longtemps 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been a while!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241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café serré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14813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(short) coffee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E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585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fait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27157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way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1E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2585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suis allée au cinéma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27157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went to the cinema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160520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FFF8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18795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« Ça fait longtemps qu'on ne s'est pas vu » est une expression très naturelle entre collègues ou amis.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F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📚 Récapitulatif ·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1B3F8B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42416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Une table pour deux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for two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162F6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2312" y="1042416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Le plat du jour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special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8600" y="1810512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1B3F8B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84708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🚕 Vous êtes libre 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free?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810512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162F6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184708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🚕 Je parle pas encore très bien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speak very well yet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2615184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1B3F8B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6517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Ça fait longtemps 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been a while!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2615184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162F6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26517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Tu as passé un bon weekend 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have a good weekend?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3419856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1B3F8B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45643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Vous vous débrouillez bien 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doing well!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419856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162F6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45643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À bientôt 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soon!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4439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Bravo ! Continuez comme ça ! 🎉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de Français - Conversations du quotidien</dc:title>
  <dc:subject>PptxGenJS Presentation</dc:subject>
  <dc:creator>PptxGenJS</dc:creator>
  <cp:lastModifiedBy>PptxGenJS</cp:lastModifiedBy>
  <cp:revision>1</cp:revision>
  <dcterms:created xsi:type="dcterms:W3CDTF">2026-10-16T06:35:02Z</dcterms:created>
  <dcterms:modified xsi:type="dcterms:W3CDTF">2026-10-16T06:35:02Z</dcterms:modified>
</cp:coreProperties>
</file>